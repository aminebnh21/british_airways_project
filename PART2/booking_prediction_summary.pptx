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Predicting customer bookings: who completes a booking,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C9D6E8"/>
                </a:solidFill>
                <a:latin typeface="Calibri"/>
              </a:rPr>
              <a:t>49,281 booking requests · 70/15/15 split · Random Forest, XGBoost &amp; CatBoost tuned on validation · best: CatBoost · scores on unseen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9659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A78D6"/>
                </a:solidFill>
                <a:latin typeface="Calibri"/>
              </a:rPr>
              <a:t>0.79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ROC-AUC on unseen test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25880"/>
            <a:ext cx="19659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A78D6"/>
                </a:solidFill>
                <a:latin typeface="Calibri"/>
              </a:rPr>
              <a:t>0.37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659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PR-AUC vs 0.15 at random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25880"/>
            <a:ext cx="19659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A78D6"/>
                </a:solidFill>
                <a:latin typeface="Calibri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659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of bookings captured by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the top 20% scored customers</a:t>
            </a:r>
          </a:p>
        </p:txBody>
      </p:sp>
      <p:pic>
        <p:nvPicPr>
          <p:cNvPr id="14" name="Picture 1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0"/>
            <a:ext cx="6400800" cy="39219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52514E"/>
                </a:solidFill>
                <a:latin typeface="Calibri"/>
              </a:rPr>
              <a:t>Who books, and where to, dominates. </a:t>
            </a:r>
            <a:r>
              <a:rPr sz="1150" b="0">
                <a:solidFill>
                  <a:srgbClr val="52514E"/>
                </a:solidFill>
                <a:latin typeface="Calibri"/>
              </a:rPr>
              <a:t>Customer country and route are by far the strongest drivers. Malaysia converts at 35% vs 5% for Australia, our largest market.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52514E"/>
                </a:solidFill>
                <a:latin typeface="Calibri"/>
              </a:rPr>
              <a:t>Short, near-term trips convert better. </a:t>
            </a:r>
            <a:r>
              <a:rPr sz="1150" b="0">
                <a:solidFill>
                  <a:srgbClr val="52514E"/>
                </a:solidFill>
                <a:latin typeface="Calibri"/>
              </a:rPr>
              <a:t>Longer stays and bookings made far in advance lower the probability; mobile converts at 11% vs 15% on web.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52514E"/>
                </a:solidFill>
                <a:latin typeface="Calibri"/>
              </a:rPr>
              <a:t>Engagement and intent signal buying. </a:t>
            </a:r>
            <a:r>
              <a:rPr sz="1150" b="0">
                <a:solidFill>
                  <a:srgbClr val="52514E"/>
                </a:solidFill>
                <a:latin typeface="Calibri"/>
              </a:rPr>
              <a:t>All 3 extras requested: 19% conversion vs 11% with none. Return-leg bookings convert less (13% vs 17% outbound).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52514E"/>
                </a:solidFill>
                <a:latin typeface="Calibri"/>
              </a:rPr>
              <a:t>Data, not algorithm, is the limit. </a:t>
            </a:r>
            <a:r>
              <a:rPr sz="1150" b="0">
                <a:solidFill>
                  <a:srgbClr val="52514E"/>
                </a:solidFill>
                <a:latin typeface="Calibri"/>
              </a:rPr>
              <a:t>Tuned Random Forest, XGBoost and CatBoost all land at 0.793–0.795 test ROC-AUC; richer session data (searches, prices seen) is the next lever.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572000"/>
            <a:ext cx="452628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4572000"/>
            <a:ext cx="73152" cy="12344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6177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Recommendation: </a:t>
            </a:r>
            <a:r>
              <a:rPr sz="1150" b="0">
                <a:solidFill>
                  <a:srgbClr val="0B1F3A"/>
                </a:solidFill>
                <a:latin typeface="Calibri"/>
              </a:rPr>
              <a:t>use the score to prioritise follow-ups on the top 20% of requests (~50% of all bookings), push bundled extras during booking, and investigate the mobile funnel and the Australian market (high volume, low conversion).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